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6"/>
  </p:notesMasterIdLst>
  <p:handoutMasterIdLst>
    <p:handoutMasterId r:id="rId17"/>
  </p:handoutMasterIdLst>
  <p:sldIdLst>
    <p:sldId id="281" r:id="rId5"/>
    <p:sldId id="361" r:id="rId6"/>
    <p:sldId id="363" r:id="rId7"/>
    <p:sldId id="362" r:id="rId8"/>
    <p:sldId id="364" r:id="rId9"/>
    <p:sldId id="369" r:id="rId10"/>
    <p:sldId id="370" r:id="rId11"/>
    <p:sldId id="371" r:id="rId12"/>
    <p:sldId id="372" r:id="rId13"/>
    <p:sldId id="365" r:id="rId14"/>
    <p:sldId id="3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318957-3501-E34A-A5AF-984B2E15AB1C}" v="37" dt="2025-11-05T07:13:03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94679"/>
  </p:normalViewPr>
  <p:slideViewPr>
    <p:cSldViewPr snapToGrid="0">
      <p:cViewPr varScale="1">
        <p:scale>
          <a:sx n="81" d="100"/>
          <a:sy n="81" d="100"/>
        </p:scale>
        <p:origin x="208" y="328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eemArjuna Reddy  Tamma" userId="bbd1b25e-48f3-4dfa-ae77-b21c878c3b63" providerId="ADAL" clId="{E9E76149-9973-5361-BA5B-B114FEAE882C}"/>
    <pc:docChg chg="custSel addSld delSld modSld">
      <pc:chgData name="BheemArjuna Reddy  Tamma" userId="bbd1b25e-48f3-4dfa-ae77-b21c878c3b63" providerId="ADAL" clId="{E9E76149-9973-5361-BA5B-B114FEAE882C}" dt="2025-11-05T07:13:44.934" v="824" actId="20577"/>
      <pc:docMkLst>
        <pc:docMk/>
      </pc:docMkLst>
      <pc:sldChg chg="addSp delSp modSp mod">
        <pc:chgData name="BheemArjuna Reddy  Tamma" userId="bbd1b25e-48f3-4dfa-ae77-b21c878c3b63" providerId="ADAL" clId="{E9E76149-9973-5361-BA5B-B114FEAE882C}" dt="2025-11-05T05:59:40.086" v="104" actId="14734"/>
        <pc:sldMkLst>
          <pc:docMk/>
          <pc:sldMk cId="858945901" sldId="362"/>
        </pc:sldMkLst>
        <pc:spChg chg="mod">
          <ac:chgData name="BheemArjuna Reddy  Tamma" userId="bbd1b25e-48f3-4dfa-ae77-b21c878c3b63" providerId="ADAL" clId="{E9E76149-9973-5361-BA5B-B114FEAE882C}" dt="2025-11-05T05:56:39.104" v="22" actId="20577"/>
          <ac:spMkLst>
            <pc:docMk/>
            <pc:sldMk cId="858945901" sldId="362"/>
            <ac:spMk id="8" creationId="{A69AE260-5DA6-BE94-2BCE-8E09493E8536}"/>
          </ac:spMkLst>
        </pc:spChg>
        <pc:spChg chg="del mod">
          <ac:chgData name="BheemArjuna Reddy  Tamma" userId="bbd1b25e-48f3-4dfa-ae77-b21c878c3b63" providerId="ADAL" clId="{E9E76149-9973-5361-BA5B-B114FEAE882C}" dt="2025-11-05T05:57:05.049" v="24" actId="3680"/>
          <ac:spMkLst>
            <pc:docMk/>
            <pc:sldMk cId="858945901" sldId="362"/>
            <ac:spMk id="9" creationId="{9829320F-AC0C-68DD-274D-581A4E737A28}"/>
          </ac:spMkLst>
        </pc:spChg>
        <pc:graphicFrameChg chg="add mod ord modGraphic">
          <ac:chgData name="BheemArjuna Reddy  Tamma" userId="bbd1b25e-48f3-4dfa-ae77-b21c878c3b63" providerId="ADAL" clId="{E9E76149-9973-5361-BA5B-B114FEAE882C}" dt="2025-11-05T05:59:40.086" v="104" actId="14734"/>
          <ac:graphicFrameMkLst>
            <pc:docMk/>
            <pc:sldMk cId="858945901" sldId="362"/>
            <ac:graphicFrameMk id="2" creationId="{8072DE4E-B32D-A461-39C7-37F3CD767689}"/>
          </ac:graphicFrameMkLst>
        </pc:graphicFrameChg>
      </pc:sldChg>
      <pc:sldChg chg="modSp mod">
        <pc:chgData name="BheemArjuna Reddy  Tamma" userId="bbd1b25e-48f3-4dfa-ae77-b21c878c3b63" providerId="ADAL" clId="{E9E76149-9973-5361-BA5B-B114FEAE882C}" dt="2025-11-05T05:55:35.377" v="16" actId="20577"/>
        <pc:sldMkLst>
          <pc:docMk/>
          <pc:sldMk cId="677695230" sldId="363"/>
        </pc:sldMkLst>
        <pc:spChg chg="mod">
          <ac:chgData name="BheemArjuna Reddy  Tamma" userId="bbd1b25e-48f3-4dfa-ae77-b21c878c3b63" providerId="ADAL" clId="{E9E76149-9973-5361-BA5B-B114FEAE882C}" dt="2025-11-05T05:55:35.377" v="16" actId="20577"/>
          <ac:spMkLst>
            <pc:docMk/>
            <pc:sldMk cId="677695230" sldId="363"/>
            <ac:spMk id="9" creationId="{F4430AED-25E7-67D1-E3FC-E6D4122FD7AA}"/>
          </ac:spMkLst>
        </pc:spChg>
      </pc:sldChg>
      <pc:sldChg chg="addSp modSp mod modNotesTx">
        <pc:chgData name="BheemArjuna Reddy  Tamma" userId="bbd1b25e-48f3-4dfa-ae77-b21c878c3b63" providerId="ADAL" clId="{E9E76149-9973-5361-BA5B-B114FEAE882C}" dt="2025-11-05T06:28:31.443" v="280" actId="20577"/>
        <pc:sldMkLst>
          <pc:docMk/>
          <pc:sldMk cId="3724686079" sldId="364"/>
        </pc:sldMkLst>
        <pc:spChg chg="add">
          <ac:chgData name="BheemArjuna Reddy  Tamma" userId="bbd1b25e-48f3-4dfa-ae77-b21c878c3b63" providerId="ADAL" clId="{E9E76149-9973-5361-BA5B-B114FEAE882C}" dt="2025-11-05T06:02:45.838" v="198"/>
          <ac:spMkLst>
            <pc:docMk/>
            <pc:sldMk cId="3724686079" sldId="364"/>
            <ac:spMk id="2" creationId="{97ED7149-A6E7-0575-068D-7A4010C0963F}"/>
          </ac:spMkLst>
        </pc:spChg>
        <pc:spChg chg="mod">
          <ac:chgData name="BheemArjuna Reddy  Tamma" userId="bbd1b25e-48f3-4dfa-ae77-b21c878c3b63" providerId="ADAL" clId="{E9E76149-9973-5361-BA5B-B114FEAE882C}" dt="2025-11-05T06:00:23.373" v="106" actId="27636"/>
          <ac:spMkLst>
            <pc:docMk/>
            <pc:sldMk cId="3724686079" sldId="364"/>
            <ac:spMk id="8" creationId="{AB02EDAC-3FE4-9FCD-54FA-CE0D94DE2331}"/>
          </ac:spMkLst>
        </pc:spChg>
        <pc:spChg chg="mod">
          <ac:chgData name="BheemArjuna Reddy  Tamma" userId="bbd1b25e-48f3-4dfa-ae77-b21c878c3b63" providerId="ADAL" clId="{E9E76149-9973-5361-BA5B-B114FEAE882C}" dt="2025-11-05T06:28:31.443" v="280" actId="20577"/>
          <ac:spMkLst>
            <pc:docMk/>
            <pc:sldMk cId="3724686079" sldId="364"/>
            <ac:spMk id="9" creationId="{6F0A5DE5-F458-C718-CBF9-19D686D444A7}"/>
          </ac:spMkLst>
        </pc:spChg>
      </pc:sldChg>
      <pc:sldChg chg="modSp mod">
        <pc:chgData name="BheemArjuna Reddy  Tamma" userId="bbd1b25e-48f3-4dfa-ae77-b21c878c3b63" providerId="ADAL" clId="{E9E76149-9973-5361-BA5B-B114FEAE882C}" dt="2025-11-05T07:11:48.432" v="773" actId="5793"/>
        <pc:sldMkLst>
          <pc:docMk/>
          <pc:sldMk cId="1931984917" sldId="365"/>
        </pc:sldMkLst>
        <pc:spChg chg="mod">
          <ac:chgData name="BheemArjuna Reddy  Tamma" userId="bbd1b25e-48f3-4dfa-ae77-b21c878c3b63" providerId="ADAL" clId="{E9E76149-9973-5361-BA5B-B114FEAE882C}" dt="2025-11-05T07:10:40.713" v="734" actId="20577"/>
          <ac:spMkLst>
            <pc:docMk/>
            <pc:sldMk cId="1931984917" sldId="365"/>
            <ac:spMk id="8" creationId="{79725242-44E3-5000-7130-27612E2F48A4}"/>
          </ac:spMkLst>
        </pc:spChg>
        <pc:spChg chg="mod">
          <ac:chgData name="BheemArjuna Reddy  Tamma" userId="bbd1b25e-48f3-4dfa-ae77-b21c878c3b63" providerId="ADAL" clId="{E9E76149-9973-5361-BA5B-B114FEAE882C}" dt="2025-11-05T07:11:48.432" v="773" actId="5793"/>
          <ac:spMkLst>
            <pc:docMk/>
            <pc:sldMk cId="1931984917" sldId="365"/>
            <ac:spMk id="9" creationId="{025D3A6B-1739-E6B5-B6EF-DEDD3F601D2A}"/>
          </ac:spMkLst>
        </pc:spChg>
      </pc:sldChg>
      <pc:sldChg chg="del">
        <pc:chgData name="BheemArjuna Reddy  Tamma" userId="bbd1b25e-48f3-4dfa-ae77-b21c878c3b63" providerId="ADAL" clId="{E9E76149-9973-5361-BA5B-B114FEAE882C}" dt="2025-11-05T07:12:18.891" v="775" actId="2696"/>
        <pc:sldMkLst>
          <pc:docMk/>
          <pc:sldMk cId="47418809" sldId="366"/>
        </pc:sldMkLst>
      </pc:sldChg>
      <pc:sldChg chg="addSp modSp mod modNotesTx">
        <pc:chgData name="BheemArjuna Reddy  Tamma" userId="bbd1b25e-48f3-4dfa-ae77-b21c878c3b63" providerId="ADAL" clId="{E9E76149-9973-5361-BA5B-B114FEAE882C}" dt="2025-11-05T07:13:44.934" v="824" actId="20577"/>
        <pc:sldMkLst>
          <pc:docMk/>
          <pc:sldMk cId="2358782348" sldId="367"/>
        </pc:sldMkLst>
        <pc:spChg chg="add">
          <ac:chgData name="BheemArjuna Reddy  Tamma" userId="bbd1b25e-48f3-4dfa-ae77-b21c878c3b63" providerId="ADAL" clId="{E9E76149-9973-5361-BA5B-B114FEAE882C}" dt="2025-11-05T07:12:41.761" v="788"/>
          <ac:spMkLst>
            <pc:docMk/>
            <pc:sldMk cId="2358782348" sldId="367"/>
            <ac:spMk id="2" creationId="{D6D36823-9E03-4B03-4D66-BD8176B0FDC3}"/>
          </ac:spMkLst>
        </pc:spChg>
        <pc:spChg chg="mod">
          <ac:chgData name="BheemArjuna Reddy  Tamma" userId="bbd1b25e-48f3-4dfa-ae77-b21c878c3b63" providerId="ADAL" clId="{E9E76149-9973-5361-BA5B-B114FEAE882C}" dt="2025-11-05T07:13:37.255" v="818" actId="20577"/>
          <ac:spMkLst>
            <pc:docMk/>
            <pc:sldMk cId="2358782348" sldId="367"/>
            <ac:spMk id="8" creationId="{6760330F-44C1-9F15-783B-B4B74688C3A7}"/>
          </ac:spMkLst>
        </pc:spChg>
        <pc:spChg chg="mod">
          <ac:chgData name="BheemArjuna Reddy  Tamma" userId="bbd1b25e-48f3-4dfa-ae77-b21c878c3b63" providerId="ADAL" clId="{E9E76149-9973-5361-BA5B-B114FEAE882C}" dt="2025-11-05T07:13:44.934" v="824" actId="20577"/>
          <ac:spMkLst>
            <pc:docMk/>
            <pc:sldMk cId="2358782348" sldId="367"/>
            <ac:spMk id="9" creationId="{B87D6C43-7C66-49CE-E22F-68F41001C4B6}"/>
          </ac:spMkLst>
        </pc:spChg>
      </pc:sldChg>
      <pc:sldChg chg="del">
        <pc:chgData name="BheemArjuna Reddy  Tamma" userId="bbd1b25e-48f3-4dfa-ae77-b21c878c3b63" providerId="ADAL" clId="{E9E76149-9973-5361-BA5B-B114FEAE882C}" dt="2025-11-05T07:12:14.295" v="774" actId="2696"/>
        <pc:sldMkLst>
          <pc:docMk/>
          <pc:sldMk cId="1670877353" sldId="368"/>
        </pc:sldMkLst>
      </pc:sldChg>
      <pc:sldChg chg="modSp mod">
        <pc:chgData name="BheemArjuna Reddy  Tamma" userId="bbd1b25e-48f3-4dfa-ae77-b21c878c3b63" providerId="ADAL" clId="{E9E76149-9973-5361-BA5B-B114FEAE882C}" dt="2025-11-05T06:56:18.667" v="560" actId="20577"/>
        <pc:sldMkLst>
          <pc:docMk/>
          <pc:sldMk cId="2422666111" sldId="369"/>
        </pc:sldMkLst>
        <pc:spChg chg="mod">
          <ac:chgData name="BheemArjuna Reddy  Tamma" userId="bbd1b25e-48f3-4dfa-ae77-b21c878c3b63" providerId="ADAL" clId="{E9E76149-9973-5361-BA5B-B114FEAE882C}" dt="2025-11-05T06:55:16" v="478" actId="20577"/>
          <ac:spMkLst>
            <pc:docMk/>
            <pc:sldMk cId="2422666111" sldId="369"/>
            <ac:spMk id="8" creationId="{CC2175C6-DBDC-215A-F85B-D03772DBCB28}"/>
          </ac:spMkLst>
        </pc:spChg>
        <pc:spChg chg="mod">
          <ac:chgData name="BheemArjuna Reddy  Tamma" userId="bbd1b25e-48f3-4dfa-ae77-b21c878c3b63" providerId="ADAL" clId="{E9E76149-9973-5361-BA5B-B114FEAE882C}" dt="2025-11-05T06:56:18.667" v="560" actId="20577"/>
          <ac:spMkLst>
            <pc:docMk/>
            <pc:sldMk cId="2422666111" sldId="369"/>
            <ac:spMk id="9" creationId="{AC66A470-1519-6D80-9A95-C4E25537ECD4}"/>
          </ac:spMkLst>
        </pc:spChg>
      </pc:sldChg>
      <pc:sldChg chg="modSp add mod">
        <pc:chgData name="BheemArjuna Reddy  Tamma" userId="bbd1b25e-48f3-4dfa-ae77-b21c878c3b63" providerId="ADAL" clId="{E9E76149-9973-5361-BA5B-B114FEAE882C}" dt="2025-11-05T07:00:58.251" v="600" actId="21"/>
        <pc:sldMkLst>
          <pc:docMk/>
          <pc:sldMk cId="4261176807" sldId="370"/>
        </pc:sldMkLst>
        <pc:spChg chg="mod">
          <ac:chgData name="BheemArjuna Reddy  Tamma" userId="bbd1b25e-48f3-4dfa-ae77-b21c878c3b63" providerId="ADAL" clId="{E9E76149-9973-5361-BA5B-B114FEAE882C}" dt="2025-11-05T07:00:58.251" v="600" actId="21"/>
          <ac:spMkLst>
            <pc:docMk/>
            <pc:sldMk cId="4261176807" sldId="370"/>
            <ac:spMk id="9" creationId="{1F10D02B-6A53-7E19-8497-F294F3BAEA0C}"/>
          </ac:spMkLst>
        </pc:spChg>
      </pc:sldChg>
      <pc:sldChg chg="modSp add mod">
        <pc:chgData name="BheemArjuna Reddy  Tamma" userId="bbd1b25e-48f3-4dfa-ae77-b21c878c3b63" providerId="ADAL" clId="{E9E76149-9973-5361-BA5B-B114FEAE882C}" dt="2025-11-05T07:02:31.732" v="680" actId="20577"/>
        <pc:sldMkLst>
          <pc:docMk/>
          <pc:sldMk cId="2615210500" sldId="371"/>
        </pc:sldMkLst>
        <pc:spChg chg="mod">
          <ac:chgData name="BheemArjuna Reddy  Tamma" userId="bbd1b25e-48f3-4dfa-ae77-b21c878c3b63" providerId="ADAL" clId="{E9E76149-9973-5361-BA5B-B114FEAE882C}" dt="2025-11-05T07:01:15.827" v="610" actId="20577"/>
          <ac:spMkLst>
            <pc:docMk/>
            <pc:sldMk cId="2615210500" sldId="371"/>
            <ac:spMk id="8" creationId="{444D2A4C-688E-063A-0B9F-1841F9295F8F}"/>
          </ac:spMkLst>
        </pc:spChg>
        <pc:spChg chg="mod">
          <ac:chgData name="BheemArjuna Reddy  Tamma" userId="bbd1b25e-48f3-4dfa-ae77-b21c878c3b63" providerId="ADAL" clId="{E9E76149-9973-5361-BA5B-B114FEAE882C}" dt="2025-11-05T07:02:31.732" v="680" actId="20577"/>
          <ac:spMkLst>
            <pc:docMk/>
            <pc:sldMk cId="2615210500" sldId="371"/>
            <ac:spMk id="9" creationId="{443C7D28-6467-83E2-B994-95534D7C316C}"/>
          </ac:spMkLst>
        </pc:spChg>
      </pc:sldChg>
      <pc:sldChg chg="modSp add mod">
        <pc:chgData name="BheemArjuna Reddy  Tamma" userId="bbd1b25e-48f3-4dfa-ae77-b21c878c3b63" providerId="ADAL" clId="{E9E76149-9973-5361-BA5B-B114FEAE882C}" dt="2025-11-05T07:09:08.084" v="713" actId="20577"/>
        <pc:sldMkLst>
          <pc:docMk/>
          <pc:sldMk cId="2853725530" sldId="372"/>
        </pc:sldMkLst>
        <pc:spChg chg="mod">
          <ac:chgData name="BheemArjuna Reddy  Tamma" userId="bbd1b25e-48f3-4dfa-ae77-b21c878c3b63" providerId="ADAL" clId="{E9E76149-9973-5361-BA5B-B114FEAE882C}" dt="2025-11-05T07:05:45.239" v="682"/>
          <ac:spMkLst>
            <pc:docMk/>
            <pc:sldMk cId="2853725530" sldId="372"/>
            <ac:spMk id="8" creationId="{57AD8121-651D-B1BA-E82D-FC7AEC965B0D}"/>
          </ac:spMkLst>
        </pc:spChg>
        <pc:spChg chg="mod">
          <ac:chgData name="BheemArjuna Reddy  Tamma" userId="bbd1b25e-48f3-4dfa-ae77-b21c878c3b63" providerId="ADAL" clId="{E9E76149-9973-5361-BA5B-B114FEAE882C}" dt="2025-11-05T07:09:08.084" v="713" actId="20577"/>
          <ac:spMkLst>
            <pc:docMk/>
            <pc:sldMk cId="2853725530" sldId="372"/>
            <ac:spMk id="9" creationId="{5B3D8456-A5C7-E8BE-2DF4-0FA7164769F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11/5/25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11/5/25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most important section. Show what you've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AAAB6-A2C6-4A85-A3A1-98EFBA61C96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3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AAAB6-A2C6-4A85-A3A1-98EFBA61C96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3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</a:t>
            </a:r>
            <a:br>
              <a:rPr lang="en-US" dirty="0"/>
            </a:br>
            <a:r>
              <a:rPr lang="en-US" dirty="0"/>
              <a:t>Mid-Term Status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Names/</a:t>
            </a:r>
            <a:r>
              <a:rPr lang="en-US" dirty="0" err="1"/>
              <a:t>RollNos</a:t>
            </a:r>
            <a:r>
              <a:rPr lang="en-US" dirty="0"/>
              <a:t> of Team Members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3ED128D-01C3-C291-9DDF-59DF9324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(Review)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1AA1B2-D8ED-BC89-FC38-B2BDB463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  <a:p>
            <a:pPr lvl="1"/>
            <a:r>
              <a:rPr lang="en-IN" dirty="0"/>
              <a:t>Briefly restate the problem you are solving (1-2 lines)</a:t>
            </a:r>
          </a:p>
          <a:p>
            <a:r>
              <a:rPr lang="en-IN" dirty="0"/>
              <a:t>Key Objectives</a:t>
            </a:r>
          </a:p>
          <a:p>
            <a:pPr lvl="1"/>
            <a:r>
              <a:rPr lang="en-IN" dirty="0"/>
              <a:t>List the 2-3 main objectives you proposed.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F21AB-C075-12D3-8717-6D8580FA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19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02E4B-37B6-470C-2BB2-CD41814C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FA6E2F4-DFD1-493F-BE12-055C193D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 &amp; Threat Model (Review)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430AED-25E7-67D1-E3FC-E6D4122F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Proposed Technical Approach </a:t>
            </a:r>
          </a:p>
          <a:p>
            <a:pPr lvl="1"/>
            <a:r>
              <a:rPr lang="en-IN" dirty="0"/>
              <a:t>Briefly show your high-level design diagram or approach from the proposal</a:t>
            </a:r>
          </a:p>
          <a:p>
            <a:r>
              <a:rPr lang="en-IN" dirty="0"/>
              <a:t>Threat Model </a:t>
            </a:r>
          </a:p>
          <a:p>
            <a:pPr lvl="1"/>
            <a:r>
              <a:rPr lang="en-IN" dirty="0"/>
              <a:t>Remind what was your threat model</a:t>
            </a:r>
          </a:p>
          <a:p>
            <a:r>
              <a:rPr lang="en-IN" dirty="0"/>
              <a:t>Key Assumptions</a:t>
            </a:r>
          </a:p>
          <a:p>
            <a:pPr lvl="1"/>
            <a:r>
              <a:rPr lang="en-IN" dirty="0"/>
              <a:t>List your assumptions (1-2 lines)</a:t>
            </a:r>
          </a:p>
          <a:p>
            <a:endParaRPr lang="en-IN" dirty="0"/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0F926-D025-C4D5-E9D2-95A62383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69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9ECE-4A50-F458-43DD-446885A4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69AE260-5DA6-BE94-2BCE-8E09493E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Mid-Term Deliverables (Status)</a:t>
            </a:r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072DE4E-B32D-A461-39C7-37F3CD767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424005"/>
              </p:ext>
            </p:extLst>
          </p:nvPr>
        </p:nvGraphicFramePr>
        <p:xfrm>
          <a:off x="236482" y="2478088"/>
          <a:ext cx="11587655" cy="344172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7330966">
                  <a:extLst>
                    <a:ext uri="{9D8B030D-6E8A-4147-A177-3AD203B41FA5}">
                      <a16:colId xmlns:a16="http://schemas.microsoft.com/office/drawing/2014/main" val="2886767137"/>
                    </a:ext>
                  </a:extLst>
                </a:gridCol>
                <a:gridCol w="4256689">
                  <a:extLst>
                    <a:ext uri="{9D8B030D-6E8A-4147-A177-3AD203B41FA5}">
                      <a16:colId xmlns:a16="http://schemas.microsoft.com/office/drawing/2014/main" val="3438658933"/>
                    </a:ext>
                  </a:extLst>
                </a:gridCol>
              </a:tblGrid>
              <a:tr h="785374">
                <a:tc>
                  <a:txBody>
                    <a:bodyPr/>
                    <a:lstStyle/>
                    <a:p>
                      <a:r>
                        <a:rPr lang="en-US" sz="2400" b="0" dirty="0"/>
                        <a:t>Promised Deliverables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Status (Completed/InProgress/Delayed)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38835"/>
                  </a:ext>
                </a:extLst>
              </a:tr>
              <a:tr h="664087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794061"/>
                  </a:ext>
                </a:extLst>
              </a:tr>
              <a:tr h="664087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85319"/>
                  </a:ext>
                </a:extLst>
              </a:tr>
              <a:tr h="664087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156312"/>
                  </a:ext>
                </a:extLst>
              </a:tr>
              <a:tr h="664087"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95625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0016-1FBB-BF36-FAEE-00033561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4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9AB3-E599-3D5F-EF75-50C9A640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02EDAC-3FE4-9FCD-54FA-CE0D94DE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Work Completed &amp; Implementation Details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0A5DE5-F458-C718-CBF9-19D686D4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12899"/>
            <a:ext cx="10850460" cy="4608576"/>
          </a:xfrm>
        </p:spPr>
        <p:txBody>
          <a:bodyPr>
            <a:normAutofit/>
          </a:bodyPr>
          <a:lstStyle/>
          <a:p>
            <a:r>
              <a:rPr lang="en-IN" dirty="0"/>
              <a:t>Hardware Setup:</a:t>
            </a:r>
          </a:p>
          <a:p>
            <a:pPr lvl="1"/>
            <a:r>
              <a:rPr lang="en-IN" dirty="0"/>
              <a:t>(e.g., "Used Raspberry Pi 4 as AP,  laptop’s Wi-Fi for attack")</a:t>
            </a:r>
          </a:p>
          <a:p>
            <a:pPr lvl="1"/>
            <a:r>
              <a:rPr lang="en-IN" dirty="0"/>
              <a:t>Add a diagram or pic of your setup</a:t>
            </a:r>
          </a:p>
          <a:p>
            <a:r>
              <a:rPr lang="en-IN" dirty="0"/>
              <a:t>Software &amp; Tools:</a:t>
            </a:r>
          </a:p>
          <a:p>
            <a:pPr lvl="1"/>
            <a:r>
              <a:rPr lang="en-US" dirty="0"/>
              <a:t>(e.g., "Using </a:t>
            </a:r>
            <a:r>
              <a:rPr lang="en-US" dirty="0" err="1"/>
              <a:t>hostapd</a:t>
            </a:r>
            <a:r>
              <a:rPr lang="en-US" dirty="0"/>
              <a:t>/</a:t>
            </a:r>
            <a:r>
              <a:rPr lang="en-US" dirty="0" err="1"/>
              <a:t>openWRT</a:t>
            </a:r>
            <a:r>
              <a:rPr lang="en-US" dirty="0"/>
              <a:t> for rogue AP, </a:t>
            </a:r>
            <a:r>
              <a:rPr lang="en-US" dirty="0" err="1"/>
              <a:t>Scapy</a:t>
            </a:r>
            <a:r>
              <a:rPr lang="en-US" dirty="0"/>
              <a:t> for de-auth packets")</a:t>
            </a:r>
            <a:endParaRPr lang="en-IN" dirty="0"/>
          </a:p>
          <a:p>
            <a:r>
              <a:rPr lang="en-IN" dirty="0"/>
              <a:t>Implementation:</a:t>
            </a:r>
          </a:p>
          <a:p>
            <a:pPr lvl="1"/>
            <a:r>
              <a:rPr lang="en-IN" dirty="0"/>
              <a:t>(Walk-through the key code snippets, configurations, or scripts you have written by showing your GitHub repo)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F94CD-8082-59DF-64E1-0BC68677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D276-8030-A0A4-19B8-7582CF14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2175C6-DBDC-215A-F85B-D03772DB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Experimental Setup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66A470-1519-6D80-9A95-C4E25537E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Setup</a:t>
            </a:r>
          </a:p>
          <a:p>
            <a:pPr lvl="1"/>
            <a:r>
              <a:rPr lang="en-IN" dirty="0"/>
              <a:t>(define your setup for experiments, scenarios created)</a:t>
            </a:r>
          </a:p>
          <a:p>
            <a:r>
              <a:rPr lang="en-IN" dirty="0"/>
              <a:t>Metrics used for Analysis</a:t>
            </a:r>
          </a:p>
          <a:p>
            <a:pPr lvl="1"/>
            <a:r>
              <a:rPr lang="en-IN" dirty="0"/>
              <a:t>(e.g., Success of handshake capture, time-to-crack, etc)</a:t>
            </a:r>
          </a:p>
          <a:p>
            <a:r>
              <a:rPr lang="en-IN" dirty="0"/>
              <a:t>Baseline(s) for Comparison</a:t>
            </a:r>
          </a:p>
          <a:p>
            <a:pPr lvl="1"/>
            <a:r>
              <a:rPr lang="en-IN" dirty="0"/>
              <a:t>(give reference links or mention classical schemes)</a:t>
            </a:r>
          </a:p>
          <a:p>
            <a:pPr lvl="1"/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A48F-3B96-2333-1723-0A00A051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66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3A57-4BAF-3768-6654-91074E27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193801-8287-258E-6F73-706891A6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Preliminary Results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10D02B-6A53-7E19-8497-F294F3BAE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(Use plots, tables, or screenshots)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85D0A-FC39-97F7-3743-7D2147DF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7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B1F7-F5B3-6583-4ECF-7233C6D1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4D2A4C-688E-063A-0B9F-1841F929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Live Demo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3C7D28-6467-83E2-B994-95534D7C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(This slide is a placeholder to switch to your live demo)</a:t>
            </a:r>
          </a:p>
          <a:p>
            <a:r>
              <a:rPr lang="en-IN" dirty="0"/>
              <a:t>Even a short, 1-2 minute demo of your attack/</a:t>
            </a:r>
            <a:r>
              <a:rPr lang="en-IN" dirty="0" err="1"/>
              <a:t>defense</a:t>
            </a:r>
            <a:r>
              <a:rPr lang="en-IN" dirty="0"/>
              <a:t> script running is very powerful </a:t>
            </a:r>
          </a:p>
          <a:p>
            <a:pPr lvl="1"/>
            <a:r>
              <a:rPr lang="en-IN" dirty="0"/>
              <a:t>(Live demo or play a recorded clip)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7D59A-0E5D-E01E-7B7C-1D9A78CD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1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1264-3CAD-6164-1A5C-8233E1BD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AD8121-651D-B1BA-E82D-FC7AEC96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Challenges &amp; Risks Encountered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3D8456-A5C7-E8BE-2DF4-0FA71647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Original Risks (from original proposal)</a:t>
            </a:r>
          </a:p>
          <a:p>
            <a:r>
              <a:rPr lang="en-IN" dirty="0"/>
              <a:t>Challenges Faced</a:t>
            </a:r>
          </a:p>
          <a:p>
            <a:r>
              <a:rPr lang="en-IN" dirty="0"/>
              <a:t>Mitigation</a:t>
            </a:r>
            <a:endParaRPr lang="en-US" dirty="0"/>
          </a:p>
          <a:p>
            <a:pPr lvl="1"/>
            <a:r>
              <a:rPr lang="en-IN" dirty="0"/>
              <a:t>(How did you solve it?)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37BE6-13C9-3695-F0AA-2A31CFA3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72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0DC0-ACBE-DCC8-B43B-00AE416D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725242-44E3-5000-7130-27612E2F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Updated Timelines &amp; Next Steps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5D3A6B-1739-E6B5-B6EF-DEDD3F601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10155"/>
            <a:ext cx="10168128" cy="4611320"/>
          </a:xfrm>
        </p:spPr>
        <p:txBody>
          <a:bodyPr>
            <a:normAutofit/>
          </a:bodyPr>
          <a:lstStyle/>
          <a:p>
            <a:r>
              <a:rPr lang="en-IN" dirty="0"/>
              <a:t>Timeline</a:t>
            </a:r>
          </a:p>
          <a:p>
            <a:pPr lvl="1"/>
            <a:r>
              <a:rPr lang="en-IN" dirty="0"/>
              <a:t>(Show your original timeline, but mark tasks as "Completed" or "In Progress")</a:t>
            </a:r>
          </a:p>
          <a:p>
            <a:pPr lvl="1"/>
            <a:endParaRPr lang="en-IN" dirty="0"/>
          </a:p>
          <a:p>
            <a:r>
              <a:rPr lang="en-IN" dirty="0"/>
              <a:t>Work Remaining for Final Deliverable (Nov 24)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Work Distribution (if changed)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CBC6-B7E2-E844-52CA-614298AA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98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0ADE5-6ADB-8FA8-C3F8-46CFB443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760330F-44C1-9F15-783B-B4B74688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7D6C43-7C66-49CE-E22F-68F41001C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10155"/>
            <a:ext cx="10168128" cy="4611320"/>
          </a:xfrm>
        </p:spPr>
        <p:txBody>
          <a:bodyPr>
            <a:normAutofit/>
          </a:bodyPr>
          <a:lstStyle/>
          <a:p>
            <a:r>
              <a:rPr lang="en-US" dirty="0"/>
              <a:t>GitHub Repo Link: [Your-Repo-Link-Here] </a:t>
            </a:r>
          </a:p>
          <a:p>
            <a:r>
              <a:rPr lang="en-US"/>
              <a:t>(add References)</a:t>
            </a:r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98CD-1B13-5EE6-B303-DE1178C3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8234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16c05727-aa75-4e4a-9b5f-8a80a1165891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AccentBoxVTI</Template>
  <TotalTime>110</TotalTime>
  <Words>390</Words>
  <Application>Microsoft Macintosh PowerPoint</Application>
  <PresentationFormat>Widescreen</PresentationFormat>
  <Paragraphs>73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Calibri</vt:lpstr>
      <vt:lpstr>Segoe UI</vt:lpstr>
      <vt:lpstr>AccentBoxVTI</vt:lpstr>
      <vt:lpstr>Project Title Mid-Term Status</vt:lpstr>
      <vt:lpstr>Project Overview (Review)</vt:lpstr>
      <vt:lpstr>Methodology &amp; Threat Model (Review)</vt:lpstr>
      <vt:lpstr>Mid-Term Deliverables (Status)</vt:lpstr>
      <vt:lpstr>Work Completed &amp; Implementation Details</vt:lpstr>
      <vt:lpstr>Experimental Setup</vt:lpstr>
      <vt:lpstr>Preliminary Results</vt:lpstr>
      <vt:lpstr>Live Demo</vt:lpstr>
      <vt:lpstr>Challenges &amp; Risks Encountered</vt:lpstr>
      <vt:lpstr>Updated Timelines &amp; 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BheemArjuna Reddy  Tamma</dc:creator>
  <cp:lastModifiedBy>BheemArjuna Reddy  Tamma</cp:lastModifiedBy>
  <cp:revision>1</cp:revision>
  <dcterms:created xsi:type="dcterms:W3CDTF">2025-10-29T17:18:52Z</dcterms:created>
  <dcterms:modified xsi:type="dcterms:W3CDTF">2025-11-05T07:13:45Z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